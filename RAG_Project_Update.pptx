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Domain-Specific RAG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Architecture &amp; Implementation Review</a:t>
            </a:r>
          </a:p>
          <a:p>
            <a:r>
              <a:t>Phases 1 &amp;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1: Intelligent Document Parsing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Goal: Preserve structural hierarchy, stop flat-text extraction</a:t>
            </a:r>
          </a:p>
          <a:p>
            <a:pPr>
              <a:defRPr sz="2000"/>
            </a:pPr>
            <a:r>
              <a:t>Tooling: unstructured library with layout-aware vision models</a:t>
            </a:r>
          </a:p>
          <a:p>
            <a:pPr>
              <a:defRPr sz="2000"/>
            </a:pPr>
            <a:r>
              <a:t>Process: Detect bounding boxes to classify Elements (Titles, Headers, Text, Tables)</a:t>
            </a:r>
          </a:p>
          <a:p>
            <a:pPr>
              <a:defRPr sz="2000"/>
            </a:pPr>
            <a:r>
              <a:t>Outcome: Grouped paragraphs under parent headers for complete context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1: Solving Tabular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Problem: Standard extractors scramble tables, causing hallucination</a:t>
            </a:r>
          </a:p>
          <a:p>
            <a:pPr>
              <a:defRPr sz="2000"/>
            </a:pPr>
            <a:r>
              <a:t>Solution: Vision models natively map rows and columns</a:t>
            </a:r>
          </a:p>
          <a:p>
            <a:pPr>
              <a:defRPr sz="2000"/>
            </a:pPr>
            <a:r>
              <a:t>Implementation: Tables converted into clean Markdown/HTML formats</a:t>
            </a:r>
          </a:p>
          <a:p>
            <a:pPr>
              <a:defRPr sz="2000"/>
            </a:pPr>
            <a:r>
              <a:t>Outcome: Exact metric relationships preserved for precise retrieval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2: Semantic Vectorization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Goal: Make structural text chunks mathematically searchable</a:t>
            </a:r>
          </a:p>
          <a:p>
            <a:pPr>
              <a:defRPr sz="2000"/>
            </a:pPr>
            <a:r>
              <a:t>Tooling: sentence-transformers (BAAI/bge-small-en-v1.5)</a:t>
            </a:r>
          </a:p>
          <a:p>
            <a:pPr>
              <a:defRPr sz="2000"/>
            </a:pPr>
            <a:r>
              <a:t>Why this model?: Highly optimized for technical text, runs fast locally on M1 Mac</a:t>
            </a:r>
          </a:p>
          <a:p>
            <a:pPr>
              <a:defRPr sz="2000"/>
            </a:pPr>
            <a:r>
              <a:t>Outcome: Generated dense vector representations of all data chunks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2: Hybrid Database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Goal: Store vectors and metadata for deterministic retrieval</a:t>
            </a:r>
          </a:p>
          <a:p>
            <a:pPr>
              <a:defRPr sz="2000"/>
            </a:pPr>
            <a:r>
              <a:t>Tooling: chromadb (Lightweight, local SQLite-based vector store)</a:t>
            </a:r>
          </a:p>
          <a:p>
            <a:pPr>
              <a:defRPr sz="2000"/>
            </a:pPr>
            <a:r>
              <a:t>Architecture: Single row contains Text, Vector, and Metadata dictionary</a:t>
            </a:r>
          </a:p>
          <a:p>
            <a:pPr>
              <a:defRPr sz="2000"/>
            </a:pPr>
            <a:r>
              <a:t>Next Step: Implement metadata-filtered hybrid search for the LLM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